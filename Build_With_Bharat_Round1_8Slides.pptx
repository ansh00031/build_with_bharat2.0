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59E0B"/>
                </a:solidFill>
                <a:latin typeface="Segoe UI"/>
              </a:defRPr>
            </a:pPr>
            <a:r>
              <a:t>CRITERION 1 •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$400B Enterprise Bottleneck: Cryptic OS Errors &amp; Diagnostic Fatigue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Operating system errors cost 3.5 hours per incident, reliance on blind scripts, and catastrophic downtime.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29000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 rIns="228600"/>
          <a:lstStyle/>
          <a:p>
            <a:pPr algn="ctr">
              <a:defRPr sz="1350" b="1">
                <a:solidFill>
                  <a:srgbClr val="F59E0B"/>
                </a:solidFill>
              </a:defRPr>
            </a:pPr>
            <a:r>
              <a:t>01 | Opaque Hex Codes &amp; Log Clutter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Cryptic Errors: Codes like 0x80070005 (Access Denied) or 0x80240020 give zero actionable context to users.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Event Log Avalanche: Windows Event Viewer dumps 100,000+ unindexed logs with nested error chains and no causal link.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Diagnostic Paralysis: Users cannot determine whether failures stem from permissions, locked handles, or corrupted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691640"/>
            <a:ext cx="3429000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 rIns="228600"/>
          <a:lstStyle/>
          <a:p>
            <a:pPr algn="ctr">
              <a:defRPr sz="1350" b="1">
                <a:solidFill>
                  <a:srgbClr val="EC4899"/>
                </a:solidFill>
              </a:defRPr>
            </a:pPr>
            <a:r>
              <a:t>02 | High MTTR &amp; IT Helpdesk Fatigue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3.5+ Hours MTTR: Average time an IT engineer spends researching, rebooting, and testing fixes per endpoint.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72% Tier-1 Tickets: Support teams are flooded with repetitive OS update, DLL, and corrupt profile tickets.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$4,500/Year/Employee: Direct economic loss from idle employees waiting for IT support desk ticket resolution.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691640"/>
            <a:ext cx="3429000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 rIns="228600"/>
          <a:lstStyle/>
          <a:p>
            <a:pPr algn="ctr">
              <a:defRPr sz="1350" b="1">
                <a:solidFill>
                  <a:srgbClr val="EF4444"/>
                </a:solidFill>
              </a:defRPr>
            </a:pPr>
            <a:r>
              <a:t>03 | Blind Execution &amp; System Brick Risk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Blind StackOverflow Pasting: Users copy unverified reg delete or sfc /scannow commands from public forums.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No Pre-Fix State Capture: Standard PowerShell/cmd fixes modify registry hives without capturing recovery snapshots.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• Bricked OS Reinstalls: When cargo-cult scripts break dependencies, the only resort is a disruptive OS wipe and re-image.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00600"/>
            <a:ext cx="10728655" cy="150876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REAL-WORLD INCIDENT COMPARISON FLOW: TRADITIONAL SUPPORT VS DEBUG THUGS</a:t>
            </a:r>
          </a:p>
          <a:p>
            <a:pPr>
              <a:spcBef>
                <a:spcPts val="400"/>
              </a:spcBef>
              <a:defRPr sz="1000">
                <a:solidFill>
                  <a:srgbClr val="EF4444"/>
                </a:solidFill>
              </a:defRPr>
            </a:pPr>
            <a:r>
              <a:t>❌ TRADITIONAL:  Error 0x80070005 ➜ Search 15 Forum Threads ➜ Run Unverified Script ➜ Registry Corrupted ➜ 3.5h Downtime ➜ Reinstall OS</a:t>
            </a:r>
          </a:p>
          <a:p>
            <a:pPr>
              <a:spcBef>
                <a:spcPts val="400"/>
              </a:spcBef>
              <a:defRPr sz="1050" b="1">
                <a:solidFill>
                  <a:srgbClr val="10B981"/>
                </a:solidFill>
              </a:defRPr>
            </a:pPr>
            <a:r>
              <a:t>✅ DEBUG THUGS:  Error Ingestion ➜ Safe Read-Only Probes (icacls/services) ➜ Grounded Fix Proposal ➜ Human Approval ➜ Instant Rollback Ready (45 Sec MTTR)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IMPACT: 85% MTTR Reduction  |  100% Pre-Fix Snapshot Safety  |  Zero Blind Script Catastrophes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BUILD WITH BHARAT 2.0  •  ROUND 1 NATIONAL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06B6D4"/>
                </a:solidFill>
                <a:latin typeface="Segoe UI"/>
              </a:defRPr>
            </a:pPr>
            <a:r>
              <a:t>TEAM: DEBUG THUGS  |  AUTONOMOUS OS DEBUGGING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7395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CRITERION 2 •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Debug Thugs: The Autonomous Tier-3 OS Systems Engineer CLI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End-to-end intelligent diagnostic &amp; remediation loop with read-only probes, human approval, and zero-risk rollback.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542032" cy="3063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PHASE 01</a:t>
            </a:r>
          </a:p>
          <a:p>
            <a:pPr>
              <a:spcBef>
                <a:spcPts val="200"/>
              </a:spcBef>
              <a:defRPr sz="1350" b="1">
                <a:solidFill>
                  <a:srgbClr val="F8FAFC"/>
                </a:solidFill>
              </a:defRPr>
            </a:pPr>
            <a:r>
              <a:t>Context Ingestion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Ingests live Windows Event Viewer logs (System, App, WindowsUpdateClient).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Captures CPU, RAM, Disk, ACLs, and registry metadata.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Enforces Admin/Root privileges with safety warnings.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91640"/>
            <a:ext cx="2542032" cy="3063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PHASE 02</a:t>
            </a:r>
          </a:p>
          <a:p>
            <a:pPr>
              <a:spcBef>
                <a:spcPts val="200"/>
              </a:spcBef>
              <a:defRPr sz="1350" b="1">
                <a:solidFill>
                  <a:srgbClr val="F8FAFC"/>
                </a:solidFill>
              </a:defRPr>
            </a:pPr>
            <a:r>
              <a:t>AI Probe Reasoner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Multi-stage reasoning: Formulates testable diagnostic hypothesis.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Executes safe read-only probes (icacls, Get-Service, sc query).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Ingests probe outputs as ground truth to verify failure 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91640"/>
            <a:ext cx="2542032" cy="3063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100" b="1">
                <a:solidFill>
                  <a:srgbClr val="EC4899"/>
                </a:solidFill>
              </a:defRPr>
            </a:pPr>
            <a:r>
              <a:t>PHASE 03</a:t>
            </a:r>
          </a:p>
          <a:p>
            <a:pPr>
              <a:spcBef>
                <a:spcPts val="200"/>
              </a:spcBef>
              <a:defRPr sz="1350" b="1">
                <a:solidFill>
                  <a:srgbClr val="F8FAFC"/>
                </a:solidFill>
              </a:defRPr>
            </a:pPr>
            <a:r>
              <a:t>Safety Gate &amp; Fix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Generates atomic, targeted PowerShell remediation scripts.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Renders syntax-highlighted code in Monokai terminal theme.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Strict Human-in-the-Loop approval gate ([y/N] prompt required).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91640"/>
            <a:ext cx="2542032" cy="3063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PHASE 04</a:t>
            </a:r>
          </a:p>
          <a:p>
            <a:pPr>
              <a:spcBef>
                <a:spcPts val="200"/>
              </a:spcBef>
              <a:defRPr sz="1350" b="1">
                <a:solidFill>
                  <a:srgbClr val="F8FAFC"/>
                </a:solidFill>
              </a:defRPr>
            </a:pPr>
            <a:r>
              <a:t>Snapshot &amp; Rollback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Captures pre-fix snapshot to .backups/ with inverse undo script.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Executes fix in temporary isolated sandbox with guaranteed cleanup.</a:t>
            </a:r>
          </a:p>
          <a:p>
            <a:pPr>
              <a:spcBef>
                <a:spcPts val="600"/>
              </a:spcBef>
              <a:defRPr sz="980">
                <a:solidFill>
                  <a:srgbClr val="E2E8F0"/>
                </a:solidFill>
              </a:defRPr>
            </a:pPr>
            <a:r>
              <a:t>• 1-Click deterministic instant rollback: python agent.py rollback.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19472"/>
            <a:ext cx="10728655" cy="1389888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46304" rIns="228600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EXCLUSIVE ECOSYSTEM CAPABILITIES: BEYOND STANDARD CLI TOOLS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⚡ 1-Line WinRE Cloud Rescue: Boot directly inside Windows Recovery Environment via `irm ... | iex` with ~15MB portable Python engine.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🛡️ Web Threat Cleaner &amp; Interactive Menu: 1-Click removal of malicious browser notification adware + 15-command interactive selector (`fix`).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BUILD WITH BHARAT 2.0  •  ROUND 1 NATIONAL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06B6D4"/>
                </a:solidFill>
                <a:latin typeface="Segoe UI"/>
              </a:defRPr>
            </a:pPr>
            <a:r>
              <a:t>TEAM: DEBUG THUGS  |  AUTONOMOUS OS DEBUGGING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7395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CRITERION 3 • INNOVATION &amp; UNIQUENESS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What Sets Debug Thugs Apart: Grounded AI, Safety &amp; Immutable Audit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Moving past dangerous generic LLM chatbots and static repair scripts with verifiable safeguards.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4754880" cy="4617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 rIns="22860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KEY ARCHITECTURAL INNOVATIONS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1. Dynamic Grounded Probing (Zero Hallucination)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Unlike ChatGPT which guesses scripts blindly, Debug Thugs executes safe read-only queries (e.g. icacls, sc query) before synthesizing code. Fixes are grounded in live system facts.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2. Deterministic Pre-Fix Snapshots &amp; Rollback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Captures exact pre-modification state into .backups/ with an auto-synthesized inverse script. If anything behaves unexpectedly, instant revert via `python agent.py rollback`.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3. Immutable Algorand On-Chain Audit Proofs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Pioneering blockchain integrity in OS diagnostics. SHA-256 cryptographic hashes of telemetry, hypothesis, and applied fix are anchored to Algorand TestNet, verified live on AlgoKit Lora.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4. Zero-Install Cloud WinRE Recovery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Requires no prior setup. In unbootable PCs, a single PowerShell command downloads the lightweight runtime into RAM/temp disk and runs diagnostics immediately.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691640"/>
            <a:ext cx="5760720" cy="4617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 rIns="22860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HEAD-TO-HEAD COMPETITIVE MATRIX</a:t>
            </a:r>
          </a:p>
          <a:p>
            <a:pPr>
              <a:spcBef>
                <a:spcPts val="800"/>
              </a:spcBef>
              <a:defRPr sz="1050" b="1">
                <a:solidFill>
                  <a:srgbClr val="F59E0B"/>
                </a:solidFill>
              </a:defRPr>
            </a:pPr>
            <a:r>
              <a:t>Capability                | Windows SFC/DISM | ChatGPT / Web | Debug Thugs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Consolas"/>
              </a:defRPr>
            </a:pPr>
            <a:r>
              <a:t>Live Event Viewer Ingestion | ❌ None (Static scan) | ❌ None (Blind) | ✅ Auto Ingested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Consolas"/>
              </a:defRPr>
            </a:pPr>
            <a:r>
              <a:t>Active System Probing      | ❌ Fixed heuristics | ❌ No execution | ✅ Dynamic Read-Only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Consolas"/>
              </a:defRPr>
            </a:pPr>
            <a:r>
              <a:t>Destructive Command Filter | ⚠️ None          | ❌ None        | ✅ Regex AST Guard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Consolas"/>
              </a:defRPr>
            </a:pPr>
            <a:r>
              <a:t>Pre-Fix State Snapshot     | ❌ Irreversible   | ❌ None        | ✅ 100% Snapshot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Consolas"/>
              </a:defRPr>
            </a:pPr>
            <a:r>
              <a:t>Instant 1-Click Rollback   | ❌ System Restore Only | ❌ None        | ✅ 1-Click Deterministic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Consolas"/>
              </a:defRPr>
            </a:pPr>
            <a:r>
              <a:t>WinRE Cloud Bootstrapping  | ❌ Needs USB/Media | ❌ No offline run | ✅ 1-Line irm | iex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Consolas"/>
              </a:defRPr>
            </a:pPr>
            <a:r>
              <a:t>Adware / Web Threat Clean  | ❌ Not covered    | ❌ Generic advice | ✅ Dedicated Scanner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  <a:latin typeface="Consolas"/>
              </a:defRPr>
            </a:pPr>
            <a:r>
              <a:t>Cryptographic Audit Trail  | ❌ Ephemeral logs | ❌ None        | ✅ Algorand Blockchain</a:t>
            </a:r>
          </a:p>
          <a:p>
            <a:pPr>
              <a:spcBef>
                <a:spcPts val="1000"/>
              </a:spcBef>
              <a:defRPr sz="950" b="1">
                <a:solidFill>
                  <a:srgbClr val="10B981"/>
                </a:solidFill>
              </a:defRPr>
            </a:pPr>
            <a:r>
              <a:t>VERDICT: Debug Thugs is the only solution offering end-to-end telemetry grounding + reversible safety + enterprise compliance.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BUILD WITH BHARAT 2.0  •  ROUND 1 NATIONAL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06B6D4"/>
                </a:solidFill>
                <a:latin typeface="Segoe UI"/>
              </a:defRPr>
            </a:pPr>
            <a:r>
              <a:t>TEAM: DEBUG THUGS  |  AUTONOMOUS OS DEBUGGING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7395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B82F6"/>
                </a:solidFill>
                <a:latin typeface="Segoe UI"/>
              </a:defRPr>
            </a:pPr>
            <a:r>
              <a:t>CRITERION 4 •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System Engineering Depth: Multi-Tier Guarded Reasoning Pipeline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Engineered with strict AST security filters, Pydantic schemas, temporary sandboxing, and Algorand anchoring.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728655" cy="86868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9144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LAYER 1: TELEMETRY INGESTION &amp; PRIVILEGE ENFORCEMENT  [core/collector.py  •  core/security.py  •  core/system_paths.py]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Extracts Event Viewer records (System, App, Setup, WindowsUpdateClient); validates Administrator token; resolves cross-platform PowerShell/Bash binaries.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33472"/>
            <a:ext cx="10728655" cy="86868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9144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LAYER 2: SAFE DIAGNOSTIC PROBE ENGINE &amp; BLACKLIST FILTER  [core/executor.py  •  Safety Command Blacklist Regex]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Dispatches read-only exploratory commands (icacls, Get-Service, sc query, Get-ItemProperty). Enforces strict blacklist blocking destructive commands (del, format, Remove-Item, reg delete).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75304"/>
            <a:ext cx="10728655" cy="86868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91440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LAYER 3: MULTI-STAGE REASONING &amp; SCHEMA VALIDATION  [core/llm.py  •  OpenAI GPT-4o  /  Local Ollama (llama3.1, mistral)]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Stage 1: Diagnostic Hypothesis ➜ Stage 2: Probe generation ➜ Stage 3: Evidence Grounding ➜ Stage 4: PowerShell fix synthesis with structured Pydantic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17136"/>
            <a:ext cx="10728655" cy="86868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9144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LAYER 4: SNAPSHOT ENGINE, HUMAN APPROVAL &amp; SANDBOX EXECUTION  [core/snapshot.py  •  core/remediation.py  •  core/ui.py]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Serializes pre-fix ACL/registry state into .backups/session_id/; displays Monokai syntax-highlighted code; requires explicit [y/N] prompt; executes via temp subprocess with guaranteed unlinking.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58968"/>
            <a:ext cx="10728655" cy="86868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91440"/>
          <a:lstStyle/>
          <a:p>
            <a:pPr algn="ctr">
              <a:defRPr sz="1100" b="1">
                <a:solidFill>
                  <a:srgbClr val="EC4899"/>
                </a:solidFill>
              </a:defRPr>
            </a:pPr>
            <a:r>
              <a:t>LAYER 5: POST-FIX VERIFICATION, AUTOSTART &amp; BLOCKCHAIN ANCHOR  [core/blockchain.py  •  core/autostart.py  •  Algorand TestNet / AlgoKit]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Verifies fix health; registers RunOnce reboot hooks if required; hashes complete diagnostic session with SHA-256 and broadcasts immutable proof transaction to Algorand TestNet.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BUILD WITH BHARAT 2.0  •  ROUND 1 NATIONAL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06B6D4"/>
                </a:solidFill>
                <a:latin typeface="Segoe UI"/>
              </a:defRPr>
            </a:pPr>
            <a:r>
              <a:t>TEAM: DEBUG THUGS  |  AUTONOMOUS OS DEBUGGING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7395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F59E0B"/>
                </a:solidFill>
                <a:latin typeface="Segoe UI"/>
              </a:defRPr>
            </a:pPr>
            <a:r>
              <a:t>CRITERION 5 • TARGET USERS &amp; MARKET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Broad Market Reach: From Rural CSC Kiosks to Enterprise IT Fleets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Tailored user experiences spanning non-technical citizens, software engineers, and enterprise sysadmins.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1. Enterprise IT Teams &amp; MSPs  [HIGH VOLUME B2B]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🚨 Pain Point: Overloaded with thousands of routine Level 1/2 OS tickets; slow manual triage; SLA penalties.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✨ Value Delivered: Cuts resolution time from hours to 45s; provides immutable Algorand audit logs for compliance; reduces tier-1 support costs by up to 60%.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2. Software Developers &amp; DevOps  [POWER USERS]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🚨 Pain Point: Broken PATH variables, port conflicts, DLL dependency mismatches, corrupt Docker/WSL2 subsystems.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✨ Value Delivered: Fast terminal CLI (`fix` or `python agent.py diagnose 0x...`), dry-run options, zero guesswork, full visibility into proposed fixes before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30368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/>
          <a:lstStyle/>
          <a:p>
            <a:pPr algn="ctr">
              <a:defRPr sz="1200" b="1">
                <a:solidFill>
                  <a:srgbClr val="EC4899"/>
                </a:solidFill>
              </a:defRPr>
            </a:pPr>
            <a:r>
              <a:t>3. Everyday Consumers &amp; Small Business  [CONSUMER / PROSUMER]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🚨 Pain Point: Stuck Windows updates, rogue browser push popups/adware, fear of breaking PC; expensive technician fees ($80-$150/hr).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✨ Value Delivered: Simple 1-15 interactive menu, 1-click web threat cleaner, automated 1-click rollback guarantees complete safety with zero risk of bricking.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4069080"/>
            <a:ext cx="5230368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4. Bharat e-Gov &amp; Rural Digital Kiosks  [SOCIAL IMPACT (BHARAT 2.0)]</a:t>
            </a:r>
          </a:p>
          <a:p>
            <a:pPr>
              <a:spcBef>
                <a:spcPts val="400"/>
              </a:spcBef>
              <a:defRPr sz="950">
                <a:solidFill>
                  <a:srgbClr val="E2E8F0"/>
                </a:solidFill>
              </a:defRPr>
            </a:pPr>
            <a:r>
              <a:t>🚨 Pain Point: Over 500,000 Common Service Center (CSC) rural kiosks face workstation downtime with no trained IT staff in remote villages.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✨ Value Delivered: Runs 100% offline via local Ollama LLMs; lightweight cloud WinRE recovery enables village operators to self-heal government service PCs.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BUILD WITH BHARAT 2.0  •  ROUND 1 NATIONAL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06B6D4"/>
                </a:solidFill>
                <a:latin typeface="Segoe UI"/>
              </a:defRPr>
            </a:pPr>
            <a:r>
              <a:t>TEAM: DEBUG THUGS  |  AUTONOMOUS OS DEBUGGING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7395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CRITERIA 6 &amp; 7 • FEASIBILITY &amp; LIVE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Production Feasibility &amp; Live Battle-Tested Proofs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100% functional codebase, offline viability, real-world benchmarks, and live Algorand TestNet transactions.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4389120" cy="4617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ENGINEERING FEASIBILITY PILLARS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Zero Heavy Dependencies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Built on Python 3.10+, utilizing standard OS subprocesses and native Windows APIs (WMI, wevtutil, win32). No Docker/VM required.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100% Offline Capability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Functions seamlessly in air-gapped environments via local Ollama models (llama3.1, mistral) or built-in deterministic rule heuristics.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Ultra-Lightweight Bootstrap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Single 15MB portable runtime payload runs from WinRE Command Prompt over internet without pre-installation.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Strict Fail-Safe Defaults</a:t>
            </a:r>
          </a:p>
          <a:p>
            <a:pPr>
              <a:spcBef>
                <a:spcPts val="200"/>
              </a:spcBef>
              <a:defRPr sz="950">
                <a:solidFill>
                  <a:srgbClr val="E2E8F0"/>
                </a:solidFill>
              </a:defRPr>
            </a:pPr>
            <a:r>
              <a:t>All commands validate permissions; destructive probes are regex blocked; non-zero exits abort safely to pre-fix snapshot.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1691640"/>
            <a:ext cx="6110935" cy="4617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LIVE TEST VALIDATION &amp; BENCHMARKS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</a:defRPr>
            </a:pPr>
            <a:r>
              <a:t>Scenario A: Windows Update 0x80070005 (Access Denied)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Injected corrupted ACL permissions on SoftwareDistribution directory. Agent probed file security with icacls, confirmed access denial, proposed atomic ACL reset, and verified service state in 42 seconds.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</a:defRPr>
            </a:pPr>
            <a:r>
              <a:t>Scenario B: Adware &amp; Malicious Web Notifications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Scanned Google Chrome &amp; Microsoft Edge profiles. Successfully identified and purged 14 suspicious background notification hooks and persistent startup adware in 2.8 seconds.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</a:defRPr>
            </a:pPr>
            <a:r>
              <a:t>Scenario C: 1-Click Rollback Verification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Applied a mock registry and service fix. Triggered `python agent.py rollback`. System restored exact original file hashes and registry values with 100% verification fidelity.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</a:defRPr>
            </a:pPr>
            <a:r>
              <a:t>Scenario D: Algorand TestNet Live Blockchain Proof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Broadcasted cryptographic session SHA-256 hash to Algorand TestNet. Live transaction verified on AlgoKit Lora Explorer with immutable timestamp and sender address.</a:t>
            </a:r>
          </a:p>
          <a:p>
            <a:pPr>
              <a:spcBef>
                <a:spcPts val="800"/>
              </a:spcBef>
              <a:defRPr sz="950" b="1">
                <a:solidFill>
                  <a:srgbClr val="06B6D4"/>
                </a:solidFill>
              </a:defRPr>
            </a:pPr>
            <a:r>
              <a:t>⚡ PERFORMANCE: Telemetry Ingest: 1.8s | Reasoning &amp; Probing: 4.2s | Total MTTR: &lt; 45s (vs 3.5h manual)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BUILD WITH BHARAT 2.0  •  ROUND 1 NATIONAL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06B6D4"/>
                </a:solidFill>
                <a:latin typeface="Segoe UI"/>
              </a:defRPr>
            </a:pPr>
            <a:r>
              <a:t>TEAM: DEBUG THUGS  |  AUTONOMOUS OS DEBUGGING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7395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CRITERION 8 • SCALABILITY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Scaling from Single Endpoints to 10,000+ Enterprise Fleets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Modular decoupled architecture with a concrete 4-phase cross-platform evolution to Linux and macOS.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728655" cy="160020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200" b="1">
                <a:solidFill>
                  <a:srgbClr val="8B5CF6"/>
                </a:solidFill>
              </a:defRPr>
            </a:pPr>
            <a:r>
              <a:t>ENTERPRISE FLEET ARCHITECTURE &amp; HORIZONTAL SCALABILITY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• Decoupled Micro-Engines: Ingestion, Probing, Reasoning, Snapshotting, and Blockchain anchoring communicate via standardized JSON schemas, allowing independent scaling.</a:t>
            </a:r>
          </a:p>
          <a:p>
            <a:pPr>
              <a:spcBef>
                <a:spcPts val="300"/>
              </a:spcBef>
              <a:defRPr sz="1000">
                <a:solidFill>
                  <a:srgbClr val="E2E8F0"/>
                </a:solidFill>
              </a:defRPr>
            </a:pPr>
            <a:r>
              <a:t>• Centralized Telemetry Aggregation: Fleet Agent daemon streams anonymized error clusters to enterprise SIEM (Splunk/Elasticsearch), enabling proactive fleet-wide auto-patching.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2542032" cy="28346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82880"/>
          <a:lstStyle/>
          <a:p>
            <a:pPr algn="ctr">
              <a:defRPr sz="1050" b="1">
                <a:solidFill>
                  <a:srgbClr val="06B6D4"/>
                </a:solidFill>
              </a:defRPr>
            </a:pPr>
            <a:r>
              <a:t>PHASE 1 (NOW)</a:t>
            </a:r>
          </a:p>
          <a:p>
            <a:pPr>
              <a:spcBef>
                <a:spcPts val="200"/>
              </a:spcBef>
              <a:defRPr sz="1200" b="1">
                <a:solidFill>
                  <a:srgbClr val="F8FAFC"/>
                </a:solidFill>
              </a:defRPr>
            </a:pPr>
            <a:r>
              <a:t>Windows Core &amp; WinRE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Windows 10/11 &amp; Server support.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Event Viewer telemetry extraction.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1-Line WinRE cloud bootstrapper.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Algorand TestNet anchor engine.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Interactive menu (`fix` shortcut).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3474720"/>
            <a:ext cx="2542032" cy="28346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82880"/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PHASE 2 (Q2 2026)</a:t>
            </a:r>
          </a:p>
          <a:p>
            <a:pPr>
              <a:spcBef>
                <a:spcPts val="200"/>
              </a:spcBef>
              <a:defRPr sz="1200" b="1">
                <a:solidFill>
                  <a:srgbClr val="F8FAFC"/>
                </a:solidFill>
              </a:defRPr>
            </a:pPr>
            <a:r>
              <a:t>Linux Kernel &amp; eBPF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Linux journalctl &amp; dmesg ingestion.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eBPF dynamic kernel trace probes.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Btrfs / ZFS atomic snapshots.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Apt / Yum / Pacman package repair.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Headless server daemon mode.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474720"/>
            <a:ext cx="2542032" cy="28346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82880"/>
          <a:lstStyle/>
          <a:p>
            <a:pPr algn="ctr">
              <a:defRPr sz="1050" b="1">
                <a:solidFill>
                  <a:srgbClr val="F59E0B"/>
                </a:solidFill>
              </a:defRPr>
            </a:pPr>
            <a:r>
              <a:t>PHASE 3 (Q3 2026)</a:t>
            </a:r>
          </a:p>
          <a:p>
            <a:pPr>
              <a:spcBef>
                <a:spcPts val="200"/>
              </a:spcBef>
              <a:defRPr sz="1200" b="1">
                <a:solidFill>
                  <a:srgbClr val="F8FAFC"/>
                </a:solidFill>
              </a:defRPr>
            </a:pPr>
            <a:r>
              <a:t>macOS &amp; Darwin Core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macOS Unified Logging System.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Launchd daemon and service healer.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SIP (System Integrity) compliance.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APFS snapshot-backed rollback.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Homebrew / Rosetta 2 diagnosis.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3474720"/>
            <a:ext cx="2542032" cy="28346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82880"/>
          <a:lstStyle/>
          <a:p>
            <a:pPr algn="ctr">
              <a:defRPr sz="1050" b="1">
                <a:solidFill>
                  <a:srgbClr val="EC4899"/>
                </a:solidFill>
              </a:defRPr>
            </a:pPr>
            <a:r>
              <a:t>PHASE 4 (Q4 2026)</a:t>
            </a:r>
          </a:p>
          <a:p>
            <a:pPr>
              <a:spcBef>
                <a:spcPts val="200"/>
              </a:spcBef>
              <a:defRPr sz="1200" b="1">
                <a:solidFill>
                  <a:srgbClr val="F8FAFC"/>
                </a:solidFill>
              </a:defRPr>
            </a:pPr>
            <a:r>
              <a:t>Fleet Cloud Control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Multi-tenant SaaS web console.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Role-Based Access Control (RBAC).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Automated fleet-wide patch rollout.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Continuous fleet compliance audit.</a:t>
            </a:r>
          </a:p>
          <a:p>
            <a:pPr>
              <a:spcBef>
                <a:spcPts val="400"/>
              </a:spcBef>
              <a:defRPr sz="930">
                <a:solidFill>
                  <a:srgbClr val="E2E8F0"/>
                </a:solidFill>
              </a:defRPr>
            </a:pPr>
            <a:r>
              <a:t>• Enterprise SAML/SSO integration.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BUILD WITH BHARAT 2.0  •  ROUND 1 NATIONAL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06B6D4"/>
                </a:solidFill>
                <a:latin typeface="Segoe UI"/>
              </a:defRPr>
            </a:pPr>
            <a:r>
              <a:t>TEAM: DEBUG THUGS  |  AUTONOMOUS OS DEBUGGING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7395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CRITERION 9 • IMPACT &amp; BUSINESS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Economic Impact, Commercial SaaS Model &amp; Startup Potential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Democratizing Tier-3 systems engineering, slashing enterprise support costs, and unlocking a $14.2B market.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29000" cy="4617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t>01 | SOCIO-ECONOMIC IMPACT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85% Reduction in IT Downtime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Allows employees and students to recover from debilitating OS glitches in under 1 minute instead of waiting days for IT.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Democratizing Sysadmin Skills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Brings Tier-3 enterprise engineering capabilities to small businesses, schools, and non-tech citizens across Bharat.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Zero E-Waste from OS Corruption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Prevents usable laptops and desktop hardware from being prematurely scrapped due to unbootable bootloops or corrupt drives.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Empowering Rural Kiosks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Directly empowers 500,000+ CSC operators to self-repair e-governance workstations in remote areas without external IT visits.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691640"/>
            <a:ext cx="3429000" cy="4617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t>02 | MONETIZATION &amp; B2B SAAS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Free Community Edition (Open Source)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Core CLI agent, local Ollama LLM support, standard diagnostic probes, manual rollback.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Pro / Freelancer (₹399 / $5 mo)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Cloud GPT-4o fast-path, automated adware cleaner, cloud backup synchronization, priority fixes.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Enterprise Fleet SaaS ($4/seat/mo)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Centralized IT web dashboard, automated silent fleet health runs, RBAC, Algorand compliance proofs.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MSP Partner Program (Rev Share)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White-label agent for IT Managed Service Providers managing 100,000+ client workstations.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691640"/>
            <a:ext cx="3429000" cy="4617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/>
          <a:lstStyle/>
          <a:p>
            <a:pPr algn="ctr">
              <a:defRPr sz="1250" b="1">
                <a:solidFill>
                  <a:srgbClr val="EC4899"/>
                </a:solidFill>
              </a:defRPr>
            </a:pPr>
            <a:r>
              <a:t>03 | MARKET &amp; STARTUP POTENTIAL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TAM: $14.2 Billion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Global IT Service Desk, Endpoint Management, and Autonomous Remediation software market.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SAM: $3.8 Billion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Mid-market enterprises and MSPs seeking AI-driven Tier-1/2 IT automation.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SOM: $120 Million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Target market in India and Southeast Asia across IT services, colleges, and BPO sectors.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</a:defRPr>
            </a:pPr>
            <a:r>
              <a:t>High Defensibility &amp; Moat</a:t>
            </a:r>
          </a:p>
          <a:p>
            <a:pPr>
              <a:spcBef>
                <a:spcPts val="200"/>
              </a:spcBef>
              <a:defRPr sz="919">
                <a:solidFill>
                  <a:srgbClr val="E2E8F0"/>
                </a:solidFill>
              </a:defRPr>
            </a:pPr>
            <a:r>
              <a:t>Patentable multi-stage probing feedback loop + proprietary diagnostic knowledge graph + Algorand audit anchoring.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BUILD WITH BHARAT 2.0  •  ROUND 1 NATIONAL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06B6D4"/>
                </a:solidFill>
                <a:latin typeface="Segoe UI"/>
              </a:defRPr>
            </a:pPr>
            <a:r>
              <a:t>TEAM: DEBUG THUGS  |  AUTONOMOUS OS DEBUGGING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73952"/>
            <a:ext cx="1858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